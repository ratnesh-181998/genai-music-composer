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Music Generation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AI-powered application that creates real music from simple text instructions.</a:t>
            </a:r>
          </a:p>
          <a:p/>
          <a:p>
            <a:r>
              <a:t>Example:</a:t>
            </a:r>
          </a:p>
          <a:p>
            <a:r>
              <a:t>“Create a calm piano tune”</a:t>
            </a:r>
          </a:p>
          <a:p/>
          <a:p>
            <a:r>
              <a:t>Purpose: Demonstrate real-world use of AI with creativity and deployment.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Problem:</a:t>
            </a:r>
          </a:p>
          <a:p>
            <a:r>
              <a:t>• Music creation requires technical knowledge</a:t>
            </a:r>
          </a:p>
          <a:p>
            <a:r>
              <a:t>• Most AI demos are text-based</a:t>
            </a:r>
          </a:p>
          <a:p/>
          <a:p>
            <a:r>
              <a:t>Solution:</a:t>
            </a:r>
          </a:p>
          <a:p>
            <a:r>
              <a:t>• Users generate music using simple text</a:t>
            </a:r>
          </a:p>
          <a:p>
            <a:r>
              <a:t>• No music theory needed</a:t>
            </a:r>
          </a:p>
          <a:p>
            <a:r>
              <a:t>• Instant results via web 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(Simple Flow)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types a music idea</a:t>
            </a:r>
          </a:p>
          <a:p>
            <a:r>
              <a:t>2. AI understands mood &amp; style</a:t>
            </a:r>
          </a:p>
          <a:p>
            <a:r>
              <a:t>3. Music is created automatically</a:t>
            </a:r>
          </a:p>
          <a:p>
            <a:r>
              <a:t>4. Sound is generated</a:t>
            </a:r>
          </a:p>
          <a:p>
            <a:r>
              <a:t>5. User listens online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AI (Easy Explanation)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works like a virtual music composer.</a:t>
            </a:r>
          </a:p>
          <a:p/>
          <a:p>
            <a:r>
              <a:t>• Understands the idea</a:t>
            </a:r>
          </a:p>
          <a:p>
            <a:r>
              <a:t>• Plans notes and rhythm</a:t>
            </a:r>
          </a:p>
          <a:p>
            <a:r>
              <a:t>• Converts ideas into real sound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Demonstrated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Artificial Intelligence &amp; Machine Learning</a:t>
            </a:r>
          </a:p>
          <a:p>
            <a:r>
              <a:t>• Creativity and problem-solving</a:t>
            </a:r>
          </a:p>
          <a:p>
            <a:r>
              <a:t>• End-to-end project ownership</a:t>
            </a:r>
          </a:p>
          <a:p>
            <a:r>
              <a:t>• Application development</a:t>
            </a:r>
          </a:p>
          <a:p>
            <a:r>
              <a:t>• Cloud deployment awareness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Readiness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Runs as a web application</a:t>
            </a:r>
          </a:p>
          <a:p>
            <a:r>
              <a:t>• Deployed on the cloud</a:t>
            </a:r>
          </a:p>
          <a:p>
            <a:r>
              <a:t>• Handles multiple users</a:t>
            </a:r>
          </a:p>
          <a:p>
            <a:r>
              <a:t>• Easy to update and maintain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Project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Shows applied AI, not just theory</a:t>
            </a:r>
          </a:p>
          <a:p>
            <a:r>
              <a:t>• Demonstrates ownership from idea to product</a:t>
            </a:r>
          </a:p>
          <a:p>
            <a:r>
              <a:t>• Relevant to entertainment, education, and creative tech</a:t>
            </a:r>
          </a:p>
          <a:p>
            <a:r>
              <a:t>• Strong portfolio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Turning simple ideas into real music using AI.</a:t>
            </a:r>
          </a:p>
          <a:p/>
          <a:p>
            <a:r>
              <a:t>A practical, creative, and business-relevant AI project.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