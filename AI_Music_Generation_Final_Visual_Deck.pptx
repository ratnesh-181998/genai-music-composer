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project converts natural language prompts into real, playable music using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end-to-end flow within one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box from left to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AI connects to music and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emphasizing business and technical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99FF"/>
                </a:solidFill>
              </a:rPr>
              <a:t>AI Music Generation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From Text Prompt to Real Music 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99FF"/>
                </a:solidFill>
              </a:rPr>
              <a:t>1-Minute Interview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User enters a text idea like 'calm piano music'.</a:t>
            </a:r>
          </a:p>
          <a:p/>
          <a:p>
            <a:r>
              <a:t>AI understands the mood and style, generates musical notes, converts them into sound waves, and plays the music instantly via a web app.</a:t>
            </a:r>
          </a:p>
          <a:p/>
          <a:p>
            <a:r>
              <a:t>The system is cloud-deployed, scalable, and fully automated.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99FF"/>
                </a:solidFill>
              </a:rP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286000"/>
            <a:ext cx="2194560" cy="1188720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User Input</a:t>
            </a:r>
          </a:p>
          <a:p>
            <a:pPr algn="ctr">
              <a:defRPr sz="1100">
                <a:solidFill>
                  <a:srgbClr val="F0F0F0"/>
                </a:solidFill>
              </a:defRPr>
            </a:pPr>
            <a:r>
              <a:t>Text Prompt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2286000"/>
            <a:ext cx="2194560" cy="1188720"/>
          </a:xfrm>
          <a:prstGeom prst="roundRect">
            <a:avLst/>
          </a:prstGeom>
          <a:solidFill>
            <a:srgbClr val="0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Understands</a:t>
            </a:r>
          </a:p>
          <a:p>
            <a:pPr algn="ctr">
              <a:defRPr sz="1100">
                <a:solidFill>
                  <a:srgbClr val="F0F0F0"/>
                </a:solidFill>
              </a:defRPr>
            </a:pPr>
            <a:r>
              <a:t>Mood &amp; Style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79" y="2286000"/>
            <a:ext cx="2194560" cy="11887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Music Created</a:t>
            </a:r>
          </a:p>
          <a:p>
            <a:pPr algn="ctr">
              <a:defRPr sz="1100">
                <a:solidFill>
                  <a:srgbClr val="F0F0F0"/>
                </a:solidFill>
              </a:defRPr>
            </a:pPr>
            <a:r>
              <a:t>Notes &amp; Chords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2286000"/>
            <a:ext cx="2194560" cy="1188720"/>
          </a:xfrm>
          <a:prstGeom prst="round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Sound Generated</a:t>
            </a:r>
          </a:p>
          <a:p>
            <a:pPr algn="ctr">
              <a:defRPr sz="1100">
                <a:solidFill>
                  <a:srgbClr val="F0F0F0"/>
                </a:solidFill>
              </a:defRPr>
            </a:pPr>
            <a:r>
              <a:t>Audio Waves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286000"/>
            <a:ext cx="2194560" cy="1188720"/>
          </a:xfrm>
          <a:prstGeom prst="round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Web App</a:t>
            </a:r>
          </a:p>
          <a:p>
            <a:pPr algn="ctr">
              <a:defRPr sz="1100">
                <a:solidFill>
                  <a:srgbClr val="F0F0F0"/>
                </a:solidFill>
              </a:defRPr>
            </a:pPr>
            <a:r>
              <a:t>Listen Online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99FF"/>
                </a:solidFill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286000"/>
            <a:ext cx="2194560" cy="118872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LLM (Groq)</a:t>
            </a:r>
          </a:p>
          <a:p>
            <a:pPr algn="ctr">
              <a:defRPr sz="1100">
                <a:solidFill>
                  <a:srgbClr val="F0F0F0"/>
                </a:solidFill>
              </a:defRPr>
            </a:pPr>
            <a:r>
              <a:t>AI Composer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2286000"/>
            <a:ext cx="2194560" cy="118872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Music21</a:t>
            </a:r>
          </a:p>
          <a:p>
            <a:pPr algn="ctr">
              <a:defRPr sz="1100">
                <a:solidFill>
                  <a:srgbClr val="F0F0F0"/>
                </a:solidFill>
              </a:defRPr>
            </a:pPr>
            <a:r>
              <a:t>Music Theory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79" y="2286000"/>
            <a:ext cx="2194560" cy="118872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Synthesizer</a:t>
            </a:r>
          </a:p>
          <a:p>
            <a:pPr algn="ctr">
              <a:defRPr sz="1100">
                <a:solidFill>
                  <a:srgbClr val="F0F0F0"/>
                </a:solidFill>
              </a:defRPr>
            </a:pPr>
            <a:r>
              <a:t>Sound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2286000"/>
            <a:ext cx="2194560" cy="118872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Streamlit</a:t>
            </a:r>
          </a:p>
          <a:p>
            <a:pPr algn="ctr">
              <a:defRPr sz="1100">
                <a:solidFill>
                  <a:srgbClr val="F0F0F0"/>
                </a:solidFill>
              </a:defRPr>
            </a:pPr>
            <a:r>
              <a:t>Web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286000"/>
            <a:ext cx="2194560" cy="118872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Docker + K8s</a:t>
            </a:r>
          </a:p>
          <a:p>
            <a:pPr algn="ctr">
              <a:defRPr sz="1100">
                <a:solidFill>
                  <a:srgbClr val="F0F0F0"/>
                </a:solidFill>
              </a:defRPr>
            </a:pPr>
            <a:r>
              <a:t>Cloud Deploy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99FF"/>
                </a:solidFill>
              </a:rPr>
              <a:t>Why This Project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✔ Real-world Generative AI use case</a:t>
            </a:r>
          </a:p>
          <a:p>
            <a:r>
              <a:t>✔ Combines AI, music theory &amp; cloud</a:t>
            </a:r>
          </a:p>
          <a:p>
            <a:r>
              <a:t>✔ Production-ready with CI/CD</a:t>
            </a:r>
          </a:p>
          <a:p>
            <a:r>
              <a:t>✔ Strong portfolio &amp; interview differentiator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